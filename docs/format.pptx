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Titillium Web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21" Type="http://schemas.openxmlformats.org/officeDocument/2006/relationships/font" Target="fonts/OpenSans-boldItalic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TitilliumWeb-bold.fntdata"/><Relationship Id="rId14" Type="http://schemas.openxmlformats.org/officeDocument/2006/relationships/font" Target="fonts/TitilliumWeb-regular.fntdata"/><Relationship Id="rId17" Type="http://schemas.openxmlformats.org/officeDocument/2006/relationships/font" Target="fonts/TitilliumWeb-boldItalic.fntdata"/><Relationship Id="rId16" Type="http://schemas.openxmlformats.org/officeDocument/2006/relationships/font" Target="fonts/TitilliumWeb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8c8b80e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8c8b80e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8c8b80e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8c8b80e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Originally: Freedom of Speech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8c8b80e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8c8b80e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Originally: Freedom of Speech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8962" y="-1187800"/>
            <a:ext cx="9824574" cy="90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/>
        </p:nvSpPr>
        <p:spPr>
          <a:xfrm>
            <a:off x="6433900" y="64900"/>
            <a:ext cx="15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BENCH2BEDSIDE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6551500" y="267763"/>
            <a:ext cx="12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HACKATHON</a:t>
            </a:r>
            <a:endParaRPr b="1">
              <a:solidFill>
                <a:schemeClr val="accent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175" y="137887"/>
            <a:ext cx="1107874" cy="4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8962" y="-1187800"/>
            <a:ext cx="9824574" cy="909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6"/>
          <p:cNvSpPr txBox="1"/>
          <p:nvPr/>
        </p:nvSpPr>
        <p:spPr>
          <a:xfrm>
            <a:off x="6433900" y="64900"/>
            <a:ext cx="15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BENCH2BEDSIDE</a:t>
            </a:r>
            <a:endParaRPr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5" name="Google Shape;105;p26"/>
          <p:cNvSpPr txBox="1"/>
          <p:nvPr/>
        </p:nvSpPr>
        <p:spPr>
          <a:xfrm>
            <a:off x="6551500" y="267763"/>
            <a:ext cx="12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Titillium Web"/>
                <a:ea typeface="Titillium Web"/>
                <a:cs typeface="Titillium Web"/>
                <a:sym typeface="Titillium Web"/>
              </a:rPr>
              <a:t>HACKATHON</a:t>
            </a:r>
            <a:endParaRPr b="1">
              <a:solidFill>
                <a:schemeClr val="accent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175" y="137887"/>
            <a:ext cx="1107874" cy="4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539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idx="1" type="subTitle"/>
          </p:nvPr>
        </p:nvSpPr>
        <p:spPr>
          <a:xfrm>
            <a:off x="268838" y="214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Use this slide deck for your team’s final slide submission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354563" y="968600"/>
            <a:ext cx="8520600" cy="23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rgbClr val="FFFFFF"/>
                </a:solidFill>
              </a:rPr>
              <a:t>Important things to remember: 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200">
                <a:solidFill>
                  <a:srgbClr val="FFFFFF"/>
                </a:solidFill>
              </a:rPr>
              <a:t> 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en" sz="1200">
                <a:solidFill>
                  <a:srgbClr val="FFFFFF"/>
                </a:solidFill>
              </a:rPr>
              <a:t>Use </a:t>
            </a:r>
            <a:r>
              <a:rPr b="1" lang="en" sz="1200">
                <a:solidFill>
                  <a:srgbClr val="FFFFFF"/>
                </a:solidFill>
              </a:rPr>
              <a:t>this specific Google Slide Deck </a:t>
            </a:r>
            <a:r>
              <a:rPr lang="en" sz="1200">
                <a:solidFill>
                  <a:srgbClr val="FFFFFF"/>
                </a:solidFill>
              </a:rPr>
              <a:t>for your team’s final presentation</a:t>
            </a:r>
            <a:br>
              <a:rPr lang="en" sz="1200">
                <a:solidFill>
                  <a:srgbClr val="FFFFFF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en" sz="1200">
                <a:solidFill>
                  <a:srgbClr val="FFFFFF"/>
                </a:solidFill>
              </a:rPr>
              <a:t>This slide deck will be copied/inserted as-is into the master </a:t>
            </a:r>
            <a:r>
              <a:rPr lang="en" sz="1200">
                <a:solidFill>
                  <a:srgbClr val="FFFFFF"/>
                </a:solidFill>
              </a:rPr>
              <a:t>deck used during the final pitches for all teams</a:t>
            </a:r>
            <a:br>
              <a:rPr lang="en" sz="1200">
                <a:solidFill>
                  <a:srgbClr val="FFFFFF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en" sz="1200">
                <a:solidFill>
                  <a:srgbClr val="FFFFFF"/>
                </a:solidFill>
              </a:rPr>
              <a:t>Please have the </a:t>
            </a:r>
            <a:r>
              <a:rPr b="1" lang="en" sz="1200">
                <a:solidFill>
                  <a:srgbClr val="FFFFFF"/>
                </a:solidFill>
              </a:rPr>
              <a:t>first and last slide </a:t>
            </a:r>
            <a:r>
              <a:rPr lang="en" sz="1200">
                <a:solidFill>
                  <a:srgbClr val="FFFFFF"/>
                </a:solidFill>
              </a:rPr>
              <a:t>of your presentation have the information shown in the next two slide templates</a:t>
            </a:r>
            <a:br>
              <a:rPr lang="en" sz="1200">
                <a:solidFill>
                  <a:srgbClr val="FFFFFF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en" sz="1200">
                <a:solidFill>
                  <a:schemeClr val="lt1"/>
                </a:solidFill>
              </a:rPr>
              <a:t>Please indicate, which Special challenge prizes you are pitching for in your presentation by keep the appropriate  “✅Sponsor” indicator. Please keep the ones your pitching for and delete the rest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Recommendations: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❏"/>
            </a:pPr>
            <a:r>
              <a:rPr lang="en" sz="1200">
                <a:solidFill>
                  <a:schemeClr val="lt1"/>
                </a:solidFill>
              </a:rPr>
              <a:t>Include a slide with your team members headshots as your last slide, so people can easily recognize you after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❏"/>
            </a:pPr>
            <a:r>
              <a:rPr lang="en" sz="1200">
                <a:solidFill>
                  <a:schemeClr val="lt1"/>
                </a:solidFill>
              </a:rPr>
              <a:t>All the rest of your slides can be added to remainder of this slide-deck. Use any format, style, colors or theme you would like. This is your presentation!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❏"/>
            </a:pPr>
            <a:r>
              <a:rPr lang="en" sz="1200">
                <a:solidFill>
                  <a:srgbClr val="FFFFFF"/>
                </a:solidFill>
              </a:rPr>
              <a:t>If you have reference data slides, you can keep them hidden at the end of your main presentation and show them if needed during the Q&amp;A. Your hidden slides will also be copied over to the master deck</a:t>
            </a:r>
            <a:br>
              <a:rPr lang="en" sz="1200">
                <a:solidFill>
                  <a:srgbClr val="FFFFFF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❏"/>
            </a:pPr>
            <a:r>
              <a:rPr lang="en" sz="1200">
                <a:solidFill>
                  <a:schemeClr val="lt1"/>
                </a:solidFill>
              </a:rPr>
              <a:t>You can delete this instruction slide 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rgbClr val="FFFFFF"/>
                </a:solidFill>
              </a:rPr>
            </a:br>
            <a:endParaRPr sz="12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02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539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/>
        </p:nvSpPr>
        <p:spPr>
          <a:xfrm>
            <a:off x="939900" y="1662263"/>
            <a:ext cx="7264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 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116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Reflection. 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444925" y="2303100"/>
            <a:ext cx="84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Theme:</a:t>
            </a:r>
            <a:r>
              <a:rPr b="1" lang="en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concise 1-2 sentence summary of your pitch theme (problem and solution statement)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200225" y="110950"/>
            <a:ext cx="882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YOUR FIRST SLIDE [ANY FORMAT, SAME INFO SAME INTERSYSTEMS PRIZE INDICATOR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1887150" y="4532750"/>
            <a:ext cx="536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✅Intersystems Prize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539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/>
        </p:nvSpPr>
        <p:spPr>
          <a:xfrm>
            <a:off x="555300" y="1444725"/>
            <a:ext cx="4205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Team </a:t>
            </a: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116</a:t>
            </a: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Reflection. </a:t>
            </a: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b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1 : X X / Role</a:t>
            </a:r>
            <a:b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2 : X X / Role</a:t>
            </a:r>
            <a:b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3 : X X / Role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4659250" y="1404038"/>
            <a:ext cx="4205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4 : X X / Role</a:t>
            </a:r>
            <a:b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5 : X X / Role</a:t>
            </a:r>
            <a:b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"/>
              <a:buChar char="●"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Name 6 : X X / Role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9"/>
          <p:cNvSpPr txBox="1"/>
          <p:nvPr/>
        </p:nvSpPr>
        <p:spPr>
          <a:xfrm>
            <a:off x="1887150" y="4534750"/>
            <a:ext cx="536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✅Intersystems Prize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200225" y="110950"/>
            <a:ext cx="8820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YOUR FIRST SLIDE [ANY FORMAT, SAME INFO SAME INTERSYSTEMS PRIZE INDICATOR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